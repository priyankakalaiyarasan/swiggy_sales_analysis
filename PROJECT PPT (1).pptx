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75AAC-7BE9-41FE-8D7D-952F6905004A}" v="16" dt="2026-04-30T18:14:53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Kalaiyarasan" userId="1b849d8d322856fb" providerId="LiveId" clId="{0162D884-D8B3-4806-AAE7-03256D38A72A}"/>
    <pc:docChg chg="custSel addSld delSld modSld">
      <pc:chgData name="Priyanka Kalaiyarasan" userId="1b849d8d322856fb" providerId="LiveId" clId="{0162D884-D8B3-4806-AAE7-03256D38A72A}" dt="2026-04-30T18:16:23.716" v="304" actId="255"/>
      <pc:docMkLst>
        <pc:docMk/>
      </pc:docMkLst>
      <pc:sldChg chg="modSp mod">
        <pc:chgData name="Priyanka Kalaiyarasan" userId="1b849d8d322856fb" providerId="LiveId" clId="{0162D884-D8B3-4806-AAE7-03256D38A72A}" dt="2026-04-30T18:16:13.278" v="303" actId="113"/>
        <pc:sldMkLst>
          <pc:docMk/>
          <pc:sldMk cId="3388054868" sldId="256"/>
        </pc:sldMkLst>
        <pc:spChg chg="mod">
          <ac:chgData name="Priyanka Kalaiyarasan" userId="1b849d8d322856fb" providerId="LiveId" clId="{0162D884-D8B3-4806-AAE7-03256D38A72A}" dt="2026-04-30T18:03:20.721" v="166"/>
          <ac:spMkLst>
            <pc:docMk/>
            <pc:sldMk cId="3388054868" sldId="256"/>
            <ac:spMk id="2" creationId="{3F0BFEEE-3126-2F73-B28A-59D4F6812536}"/>
          </ac:spMkLst>
        </pc:spChg>
        <pc:spChg chg="mod">
          <ac:chgData name="Priyanka Kalaiyarasan" userId="1b849d8d322856fb" providerId="LiveId" clId="{0162D884-D8B3-4806-AAE7-03256D38A72A}" dt="2026-04-30T18:16:13.278" v="303" actId="113"/>
          <ac:spMkLst>
            <pc:docMk/>
            <pc:sldMk cId="3388054868" sldId="256"/>
            <ac:spMk id="3" creationId="{C57E82E6-C7F7-891F-6FB1-B7320DB5A6E9}"/>
          </ac:spMkLst>
        </pc:spChg>
      </pc:sldChg>
      <pc:sldChg chg="modSp new mod">
        <pc:chgData name="Priyanka Kalaiyarasan" userId="1b849d8d322856fb" providerId="LiveId" clId="{0162D884-D8B3-4806-AAE7-03256D38A72A}" dt="2026-04-30T18:16:23.716" v="304" actId="255"/>
        <pc:sldMkLst>
          <pc:docMk/>
          <pc:sldMk cId="3617160343" sldId="257"/>
        </pc:sldMkLst>
        <pc:spChg chg="mod">
          <ac:chgData name="Priyanka Kalaiyarasan" userId="1b849d8d322856fb" providerId="LiveId" clId="{0162D884-D8B3-4806-AAE7-03256D38A72A}" dt="2026-04-30T18:16:23.716" v="304" actId="255"/>
          <ac:spMkLst>
            <pc:docMk/>
            <pc:sldMk cId="3617160343" sldId="257"/>
            <ac:spMk id="2" creationId="{8A2497B1-E12A-F661-2273-6932326B9797}"/>
          </ac:spMkLst>
        </pc:spChg>
        <pc:spChg chg="mod">
          <ac:chgData name="Priyanka Kalaiyarasan" userId="1b849d8d322856fb" providerId="LiveId" clId="{0162D884-D8B3-4806-AAE7-03256D38A72A}" dt="2026-04-30T18:06:23.348" v="189" actId="1076"/>
          <ac:spMkLst>
            <pc:docMk/>
            <pc:sldMk cId="3617160343" sldId="257"/>
            <ac:spMk id="3" creationId="{568BA79F-2C2E-38E1-8CFB-DFCE78C8E1E9}"/>
          </ac:spMkLst>
        </pc:spChg>
      </pc:sldChg>
      <pc:sldChg chg="modSp new del mod">
        <pc:chgData name="Priyanka Kalaiyarasan" userId="1b849d8d322856fb" providerId="LiveId" clId="{0162D884-D8B3-4806-AAE7-03256D38A72A}" dt="2026-04-30T18:05:06.456" v="177" actId="2696"/>
        <pc:sldMkLst>
          <pc:docMk/>
          <pc:sldMk cId="3842916272" sldId="258"/>
        </pc:sldMkLst>
        <pc:spChg chg="mod">
          <ac:chgData name="Priyanka Kalaiyarasan" userId="1b849d8d322856fb" providerId="LiveId" clId="{0162D884-D8B3-4806-AAE7-03256D38A72A}" dt="2026-04-30T18:04:50.738" v="176" actId="27636"/>
          <ac:spMkLst>
            <pc:docMk/>
            <pc:sldMk cId="3842916272" sldId="258"/>
            <ac:spMk id="2" creationId="{84DF5205-0823-777E-D7FD-BFD10EA8A326}"/>
          </ac:spMkLst>
        </pc:spChg>
        <pc:spChg chg="mod">
          <ac:chgData name="Priyanka Kalaiyarasan" userId="1b849d8d322856fb" providerId="LiveId" clId="{0162D884-D8B3-4806-AAE7-03256D38A72A}" dt="2026-04-30T18:04:26.580" v="173" actId="14100"/>
          <ac:spMkLst>
            <pc:docMk/>
            <pc:sldMk cId="3842916272" sldId="258"/>
            <ac:spMk id="3" creationId="{BF4A391C-2262-8EED-07DE-545A643D902F}"/>
          </ac:spMkLst>
        </pc:spChg>
      </pc:sldChg>
      <pc:sldChg chg="addSp delSp modSp new mod chgLayout">
        <pc:chgData name="Priyanka Kalaiyarasan" userId="1b849d8d322856fb" providerId="LiveId" clId="{0162D884-D8B3-4806-AAE7-03256D38A72A}" dt="2026-04-30T18:06:40.365" v="191" actId="207"/>
        <pc:sldMkLst>
          <pc:docMk/>
          <pc:sldMk cId="2241549134" sldId="259"/>
        </pc:sldMkLst>
        <pc:spChg chg="del">
          <ac:chgData name="Priyanka Kalaiyarasan" userId="1b849d8d322856fb" providerId="LiveId" clId="{0162D884-D8B3-4806-AAE7-03256D38A72A}" dt="2026-04-30T18:04:03.158" v="169" actId="700"/>
          <ac:spMkLst>
            <pc:docMk/>
            <pc:sldMk cId="2241549134" sldId="259"/>
            <ac:spMk id="2" creationId="{A6D1861B-6C95-6701-F891-169424706CAF}"/>
          </ac:spMkLst>
        </pc:spChg>
        <pc:spChg chg="del">
          <ac:chgData name="Priyanka Kalaiyarasan" userId="1b849d8d322856fb" providerId="LiveId" clId="{0162D884-D8B3-4806-AAE7-03256D38A72A}" dt="2026-04-30T18:04:03.158" v="169" actId="700"/>
          <ac:spMkLst>
            <pc:docMk/>
            <pc:sldMk cId="2241549134" sldId="259"/>
            <ac:spMk id="3" creationId="{43A137D9-3B95-75B4-11C8-17D4C2B0802A}"/>
          </ac:spMkLst>
        </pc:spChg>
        <pc:spChg chg="add mod ord">
          <ac:chgData name="Priyanka Kalaiyarasan" userId="1b849d8d322856fb" providerId="LiveId" clId="{0162D884-D8B3-4806-AAE7-03256D38A72A}" dt="2026-04-30T18:05:59.144" v="187" actId="14100"/>
          <ac:spMkLst>
            <pc:docMk/>
            <pc:sldMk cId="2241549134" sldId="259"/>
            <ac:spMk id="4" creationId="{9C8566EF-03BC-9AEA-79C4-1B7B80DC454F}"/>
          </ac:spMkLst>
        </pc:spChg>
        <pc:spChg chg="add mod ord">
          <ac:chgData name="Priyanka Kalaiyarasan" userId="1b849d8d322856fb" providerId="LiveId" clId="{0162D884-D8B3-4806-AAE7-03256D38A72A}" dt="2026-04-30T18:06:40.365" v="191" actId="207"/>
          <ac:spMkLst>
            <pc:docMk/>
            <pc:sldMk cId="2241549134" sldId="259"/>
            <ac:spMk id="5" creationId="{659EA73B-2795-25A3-A3BC-1AA4C6EC4BC1}"/>
          </ac:spMkLst>
        </pc:spChg>
      </pc:sldChg>
      <pc:sldChg chg="modSp new mod">
        <pc:chgData name="Priyanka Kalaiyarasan" userId="1b849d8d322856fb" providerId="LiveId" clId="{0162D884-D8B3-4806-AAE7-03256D38A72A}" dt="2026-04-30T18:07:58.209" v="203" actId="207"/>
        <pc:sldMkLst>
          <pc:docMk/>
          <pc:sldMk cId="3212837763" sldId="260"/>
        </pc:sldMkLst>
        <pc:spChg chg="mod">
          <ac:chgData name="Priyanka Kalaiyarasan" userId="1b849d8d322856fb" providerId="LiveId" clId="{0162D884-D8B3-4806-AAE7-03256D38A72A}" dt="2026-04-30T18:07:18.858" v="199" actId="27636"/>
          <ac:spMkLst>
            <pc:docMk/>
            <pc:sldMk cId="3212837763" sldId="260"/>
            <ac:spMk id="2" creationId="{0AB878AD-E6E7-67D6-0EF2-085E28B72512}"/>
          </ac:spMkLst>
        </pc:spChg>
        <pc:spChg chg="mod">
          <ac:chgData name="Priyanka Kalaiyarasan" userId="1b849d8d322856fb" providerId="LiveId" clId="{0162D884-D8B3-4806-AAE7-03256D38A72A}" dt="2026-04-30T18:07:58.209" v="203" actId="207"/>
          <ac:spMkLst>
            <pc:docMk/>
            <pc:sldMk cId="3212837763" sldId="260"/>
            <ac:spMk id="3" creationId="{F8D66EDE-79E7-2423-9332-E323DEEC430C}"/>
          </ac:spMkLst>
        </pc:spChg>
      </pc:sldChg>
      <pc:sldChg chg="modSp new mod">
        <pc:chgData name="Priyanka Kalaiyarasan" userId="1b849d8d322856fb" providerId="LiveId" clId="{0162D884-D8B3-4806-AAE7-03256D38A72A}" dt="2026-04-30T18:08:55.240" v="213" actId="12"/>
        <pc:sldMkLst>
          <pc:docMk/>
          <pc:sldMk cId="701861382" sldId="261"/>
        </pc:sldMkLst>
        <pc:spChg chg="mod">
          <ac:chgData name="Priyanka Kalaiyarasan" userId="1b849d8d322856fb" providerId="LiveId" clId="{0162D884-D8B3-4806-AAE7-03256D38A72A}" dt="2026-04-30T18:08:27.896" v="210" actId="27636"/>
          <ac:spMkLst>
            <pc:docMk/>
            <pc:sldMk cId="701861382" sldId="261"/>
            <ac:spMk id="2" creationId="{8BE2BBB8-D29F-7B9D-55BC-C9AD9C045556}"/>
          </ac:spMkLst>
        </pc:spChg>
        <pc:spChg chg="mod">
          <ac:chgData name="Priyanka Kalaiyarasan" userId="1b849d8d322856fb" providerId="LiveId" clId="{0162D884-D8B3-4806-AAE7-03256D38A72A}" dt="2026-04-30T18:08:55.240" v="213" actId="12"/>
          <ac:spMkLst>
            <pc:docMk/>
            <pc:sldMk cId="701861382" sldId="261"/>
            <ac:spMk id="3" creationId="{B5008D14-9050-7FA0-485A-1470DE5831EF}"/>
          </ac:spMkLst>
        </pc:spChg>
      </pc:sldChg>
      <pc:sldChg chg="modSp new mod">
        <pc:chgData name="Priyanka Kalaiyarasan" userId="1b849d8d322856fb" providerId="LiveId" clId="{0162D884-D8B3-4806-AAE7-03256D38A72A}" dt="2026-04-30T18:11:15.820" v="247" actId="27636"/>
        <pc:sldMkLst>
          <pc:docMk/>
          <pc:sldMk cId="937097117" sldId="262"/>
        </pc:sldMkLst>
        <pc:spChg chg="mod">
          <ac:chgData name="Priyanka Kalaiyarasan" userId="1b849d8d322856fb" providerId="LiveId" clId="{0162D884-D8B3-4806-AAE7-03256D38A72A}" dt="2026-04-30T18:09:36.226" v="228" actId="20577"/>
          <ac:spMkLst>
            <pc:docMk/>
            <pc:sldMk cId="937097117" sldId="262"/>
            <ac:spMk id="2" creationId="{AD17AA73-5470-702B-5A4F-704343C8200A}"/>
          </ac:spMkLst>
        </pc:spChg>
        <pc:spChg chg="mod">
          <ac:chgData name="Priyanka Kalaiyarasan" userId="1b849d8d322856fb" providerId="LiveId" clId="{0162D884-D8B3-4806-AAE7-03256D38A72A}" dt="2026-04-30T18:11:15.820" v="247" actId="27636"/>
          <ac:spMkLst>
            <pc:docMk/>
            <pc:sldMk cId="937097117" sldId="262"/>
            <ac:spMk id="3" creationId="{CC60051B-4956-40EA-7CD1-2FCD96145C9E}"/>
          </ac:spMkLst>
        </pc:spChg>
      </pc:sldChg>
      <pc:sldChg chg="modSp new mod">
        <pc:chgData name="Priyanka Kalaiyarasan" userId="1b849d8d322856fb" providerId="LiveId" clId="{0162D884-D8B3-4806-AAE7-03256D38A72A}" dt="2026-04-30T18:10:55.444" v="242" actId="1076"/>
        <pc:sldMkLst>
          <pc:docMk/>
          <pc:sldMk cId="1867614146" sldId="263"/>
        </pc:sldMkLst>
        <pc:spChg chg="mod">
          <ac:chgData name="Priyanka Kalaiyarasan" userId="1b849d8d322856fb" providerId="LiveId" clId="{0162D884-D8B3-4806-AAE7-03256D38A72A}" dt="2026-04-30T18:10:29.710" v="237"/>
          <ac:spMkLst>
            <pc:docMk/>
            <pc:sldMk cId="1867614146" sldId="263"/>
            <ac:spMk id="2" creationId="{413E91C6-4F10-7FBA-9CD1-449531CFDAB0}"/>
          </ac:spMkLst>
        </pc:spChg>
        <pc:spChg chg="mod">
          <ac:chgData name="Priyanka Kalaiyarasan" userId="1b849d8d322856fb" providerId="LiveId" clId="{0162D884-D8B3-4806-AAE7-03256D38A72A}" dt="2026-04-30T18:10:55.444" v="242" actId="1076"/>
          <ac:spMkLst>
            <pc:docMk/>
            <pc:sldMk cId="1867614146" sldId="263"/>
            <ac:spMk id="3" creationId="{5357D388-D02A-72F5-89F6-2A59BD9FACA4}"/>
          </ac:spMkLst>
        </pc:spChg>
      </pc:sldChg>
      <pc:sldChg chg="modSp new mod">
        <pc:chgData name="Priyanka Kalaiyarasan" userId="1b849d8d322856fb" providerId="LiveId" clId="{0162D884-D8B3-4806-AAE7-03256D38A72A}" dt="2026-04-30T18:12:34.790" v="262" actId="1076"/>
        <pc:sldMkLst>
          <pc:docMk/>
          <pc:sldMk cId="1673948608" sldId="264"/>
        </pc:sldMkLst>
        <pc:spChg chg="mod">
          <ac:chgData name="Priyanka Kalaiyarasan" userId="1b849d8d322856fb" providerId="LiveId" clId="{0162D884-D8B3-4806-AAE7-03256D38A72A}" dt="2026-04-30T18:12:34.790" v="262" actId="1076"/>
          <ac:spMkLst>
            <pc:docMk/>
            <pc:sldMk cId="1673948608" sldId="264"/>
            <ac:spMk id="2" creationId="{5F3AC21E-C758-E984-B30C-3B2FC52EFA95}"/>
          </ac:spMkLst>
        </pc:spChg>
        <pc:spChg chg="mod">
          <ac:chgData name="Priyanka Kalaiyarasan" userId="1b849d8d322856fb" providerId="LiveId" clId="{0162D884-D8B3-4806-AAE7-03256D38A72A}" dt="2026-04-30T18:12:24.931" v="261" actId="12"/>
          <ac:spMkLst>
            <pc:docMk/>
            <pc:sldMk cId="1673948608" sldId="264"/>
            <ac:spMk id="3" creationId="{68EE073E-7C61-B6ED-A186-D13E511FD4E6}"/>
          </ac:spMkLst>
        </pc:spChg>
      </pc:sldChg>
      <pc:sldChg chg="addSp modSp new mod">
        <pc:chgData name="Priyanka Kalaiyarasan" userId="1b849d8d322856fb" providerId="LiveId" clId="{0162D884-D8B3-4806-AAE7-03256D38A72A}" dt="2026-04-30T18:15:57.652" v="302" actId="14100"/>
        <pc:sldMkLst>
          <pc:docMk/>
          <pc:sldMk cId="3357491783" sldId="265"/>
        </pc:sldMkLst>
        <pc:spChg chg="mod">
          <ac:chgData name="Priyanka Kalaiyarasan" userId="1b849d8d322856fb" providerId="LiveId" clId="{0162D884-D8B3-4806-AAE7-03256D38A72A}" dt="2026-04-30T18:13:10.463" v="268"/>
          <ac:spMkLst>
            <pc:docMk/>
            <pc:sldMk cId="3357491783" sldId="265"/>
            <ac:spMk id="2" creationId="{0B86F4C8-7AA1-40A7-3CC5-C7F07AE02E35}"/>
          </ac:spMkLst>
        </pc:spChg>
        <pc:spChg chg="mod">
          <ac:chgData name="Priyanka Kalaiyarasan" userId="1b849d8d322856fb" providerId="LiveId" clId="{0162D884-D8B3-4806-AAE7-03256D38A72A}" dt="2026-04-30T18:15:57.652" v="302" actId="14100"/>
          <ac:spMkLst>
            <pc:docMk/>
            <pc:sldMk cId="3357491783" sldId="265"/>
            <ac:spMk id="3" creationId="{4C1A7B8C-4BE8-6640-2C89-06673A03C729}"/>
          </ac:spMkLst>
        </pc:spChg>
        <pc:picChg chg="add mod">
          <ac:chgData name="Priyanka Kalaiyarasan" userId="1b849d8d322856fb" providerId="LiveId" clId="{0162D884-D8B3-4806-AAE7-03256D38A72A}" dt="2026-04-30T18:15:33.043" v="299" actId="1076"/>
          <ac:picMkLst>
            <pc:docMk/>
            <pc:sldMk cId="3357491783" sldId="265"/>
            <ac:picMk id="5" creationId="{35B4EB25-F742-D8DA-51F0-E3E3AA9FD22C}"/>
          </ac:picMkLst>
        </pc:picChg>
      </pc:sldChg>
      <pc:sldChg chg="modSp new mod">
        <pc:chgData name="Priyanka Kalaiyarasan" userId="1b849d8d322856fb" providerId="LiveId" clId="{0162D884-D8B3-4806-AAE7-03256D38A72A}" dt="2026-04-30T18:14:13.776" v="282" actId="12"/>
        <pc:sldMkLst>
          <pc:docMk/>
          <pc:sldMk cId="1160130497" sldId="266"/>
        </pc:sldMkLst>
        <pc:spChg chg="mod">
          <ac:chgData name="Priyanka Kalaiyarasan" userId="1b849d8d322856fb" providerId="LiveId" clId="{0162D884-D8B3-4806-AAE7-03256D38A72A}" dt="2026-04-30T18:13:42.750" v="276" actId="27636"/>
          <ac:spMkLst>
            <pc:docMk/>
            <pc:sldMk cId="1160130497" sldId="266"/>
            <ac:spMk id="2" creationId="{00006E80-2F3B-39EE-D109-D8A398C1739E}"/>
          </ac:spMkLst>
        </pc:spChg>
        <pc:spChg chg="mod">
          <ac:chgData name="Priyanka Kalaiyarasan" userId="1b849d8d322856fb" providerId="LiveId" clId="{0162D884-D8B3-4806-AAE7-03256D38A72A}" dt="2026-04-30T18:14:13.776" v="282" actId="12"/>
          <ac:spMkLst>
            <pc:docMk/>
            <pc:sldMk cId="1160130497" sldId="266"/>
            <ac:spMk id="3" creationId="{5AD7DB4F-2903-3BBE-BB9D-C879540DCBF5}"/>
          </ac:spMkLst>
        </pc:spChg>
      </pc:sldChg>
      <pc:sldChg chg="modSp new mod">
        <pc:chgData name="Priyanka Kalaiyarasan" userId="1b849d8d322856fb" providerId="LiveId" clId="{0162D884-D8B3-4806-AAE7-03256D38A72A}" dt="2026-04-30T18:15:10.246" v="296" actId="12"/>
        <pc:sldMkLst>
          <pc:docMk/>
          <pc:sldMk cId="3182043072" sldId="267"/>
        </pc:sldMkLst>
        <pc:spChg chg="mod">
          <ac:chgData name="Priyanka Kalaiyarasan" userId="1b849d8d322856fb" providerId="LiveId" clId="{0162D884-D8B3-4806-AAE7-03256D38A72A}" dt="2026-04-30T18:14:43.433" v="289" actId="27636"/>
          <ac:spMkLst>
            <pc:docMk/>
            <pc:sldMk cId="3182043072" sldId="267"/>
            <ac:spMk id="2" creationId="{72647FE4-FD99-9673-076C-F319B55793C6}"/>
          </ac:spMkLst>
        </pc:spChg>
        <pc:spChg chg="mod">
          <ac:chgData name="Priyanka Kalaiyarasan" userId="1b849d8d322856fb" providerId="LiveId" clId="{0162D884-D8B3-4806-AAE7-03256D38A72A}" dt="2026-04-30T18:15:10.246" v="296" actId="12"/>
          <ac:spMkLst>
            <pc:docMk/>
            <pc:sldMk cId="3182043072" sldId="267"/>
            <ac:spMk id="3" creationId="{28BB6C6B-678D-9EF8-60E5-93F36D787DA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0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863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59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597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04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53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58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27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8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27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194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6622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474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843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531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185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48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5228997-2540-4E9D-BC3D-AE1E05EE5575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748C71C-2583-46C4-A354-CE0EE7105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974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FEEE-3126-2F73-B28A-59D4F68125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Swiggy Sales &amp; Delivery Performance Dashboard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E82E6-C7F7-891F-6FB1-B7320DB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10067362" cy="1947333"/>
          </a:xfrm>
        </p:spPr>
        <p:txBody>
          <a:bodyPr/>
          <a:lstStyle/>
          <a:p>
            <a:r>
              <a:rPr lang="en-US" dirty="0"/>
              <a:t>                                                         </a:t>
            </a:r>
            <a:r>
              <a:rPr lang="en-US" b="1" dirty="0"/>
              <a:t>AUTHOR</a:t>
            </a:r>
          </a:p>
          <a:p>
            <a:r>
              <a:rPr lang="en-US" b="1" dirty="0"/>
              <a:t>                                                                     PRIYANKA K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8805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97B1-E12A-F661-2273-6932326B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883" y="1297859"/>
            <a:ext cx="8534400" cy="4711290"/>
          </a:xfrm>
        </p:spPr>
        <p:txBody>
          <a:bodyPr>
            <a:normAutofit/>
          </a:bodyPr>
          <a:lstStyle/>
          <a:p>
            <a:r>
              <a:rPr lang="en-US" sz="2200" dirty="0"/>
              <a:t>     </a:t>
            </a:r>
            <a:r>
              <a:rPr lang="en-US" sz="2000" dirty="0"/>
              <a:t>This project focuses on analyzing </a:t>
            </a:r>
            <a:r>
              <a:rPr lang="en-US" sz="2000" b="1" dirty="0"/>
              <a:t>Swiggy sales and delivery performance</a:t>
            </a:r>
            <a:r>
              <a:rPr lang="en-US" sz="2000" dirty="0"/>
              <a:t> using a dataset of </a:t>
            </a:r>
            <a:r>
              <a:rPr lang="en-US" sz="2000" b="1" dirty="0"/>
              <a:t>5000 rows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The goal is to derive insights into sales trends, delivery efficiency, and customer satisfaction using </a:t>
            </a:r>
            <a:r>
              <a:rPr lang="en-US" sz="2000" b="1" dirty="0"/>
              <a:t>Microsoft Power BI</a:t>
            </a:r>
            <a:r>
              <a:rPr lang="en-US" sz="2000" dirty="0"/>
              <a:t>.</a:t>
            </a:r>
            <a:br>
              <a:rPr lang="en-US" sz="2000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BA79F-2C2E-38E1-8CFB-DFCE78C8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148" y="612059"/>
            <a:ext cx="8534400" cy="907026"/>
          </a:xfrm>
        </p:spPr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4000" b="1" i="0" dirty="0">
                <a:solidFill>
                  <a:srgbClr val="1F2328"/>
                </a:solidFill>
                <a:effectLst/>
                <a:latin typeface="Mona Sans VF"/>
              </a:rPr>
              <a:t>Project Overview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16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8566EF-03BC-9AEA-79C4-1B7B80DC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856" y="1017639"/>
            <a:ext cx="8534401" cy="1666567"/>
          </a:xfrm>
        </p:spPr>
        <p:txBody>
          <a:bodyPr>
            <a:normAutofit fontScale="90000"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  <a:t>Problem Statement</a:t>
            </a:r>
            <a:b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</a:br>
            <a:br>
              <a:rPr lang="en-IN" b="1" dirty="0"/>
            </a:b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EA73B-2795-25A3-A3BC-1AA4C6EC4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0278" y="1850922"/>
            <a:ext cx="8534400" cy="409185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Food delivery platforms generate massive amounts of data daily.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However, extracting meaningful insights from raw data is challenging.</a:t>
            </a:r>
          </a:p>
          <a:p>
            <a:r>
              <a:rPr lang="en-US" b="1" dirty="0">
                <a:solidFill>
                  <a:schemeClr val="tx1"/>
                </a:solidFill>
              </a:rPr>
              <a:t>Key challenges: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Understanding city-wise sales performance</a:t>
            </a:r>
          </a:p>
          <a:p>
            <a:r>
              <a:rPr lang="en-US" dirty="0">
                <a:solidFill>
                  <a:schemeClr val="tx1"/>
                </a:solidFill>
              </a:rPr>
              <a:t>Identifying delivery delays</a:t>
            </a:r>
          </a:p>
          <a:p>
            <a:r>
              <a:rPr lang="en-US" dirty="0">
                <a:solidFill>
                  <a:schemeClr val="tx1"/>
                </a:solidFill>
              </a:rPr>
              <a:t>Analyzing customer ratings</a:t>
            </a:r>
          </a:p>
          <a:p>
            <a:r>
              <a:rPr lang="en-US" dirty="0">
                <a:solidFill>
                  <a:schemeClr val="tx1"/>
                </a:solidFill>
              </a:rPr>
              <a:t>Improving operational efficiency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54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78AD-E6E7-67D6-0EF2-085E28B7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84277"/>
            <a:ext cx="8534401" cy="884084"/>
          </a:xfrm>
        </p:spPr>
        <p:txBody>
          <a:bodyPr>
            <a:normAutofit fontScale="90000"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  <a:t>Project Objectives</a:t>
            </a:r>
            <a:b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66EDE-79E7-2423-9332-E323DEEC4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1666568"/>
            <a:ext cx="8534400" cy="331838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Analyze total sales by city and restaurant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Evaluate delivery time performance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Identify top-performing cities and items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Measure customer satisfaction using ratings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Build an interactive dashboard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83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BBB8-D29F-7B9D-55BC-C9AD9C045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85" y="399026"/>
            <a:ext cx="8534401" cy="1120058"/>
          </a:xfrm>
        </p:spPr>
        <p:txBody>
          <a:bodyPr>
            <a:normAutofit fontScale="90000"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  <a:t> Dataset Information</a:t>
            </a:r>
            <a:b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08D14-9050-7FA0-485A-1470DE583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6600" y="1268361"/>
            <a:ext cx="8534400" cy="4999704"/>
          </a:xfrm>
        </p:spPr>
        <p:txBody>
          <a:bodyPr/>
          <a:lstStyle/>
          <a:p>
            <a:r>
              <a:rPr lang="en-US" dirty="0"/>
              <a:t>Total Rows: </a:t>
            </a:r>
            <a:r>
              <a:rPr lang="en-US" b="1" dirty="0"/>
              <a:t>5000</a:t>
            </a:r>
            <a:endParaRPr lang="en-US" dirty="0"/>
          </a:p>
          <a:p>
            <a:r>
              <a:rPr lang="en-US" dirty="0"/>
              <a:t>Columns: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 err="1"/>
              <a:t>Order_ID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 err="1"/>
              <a:t>Order_Date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City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 err="1"/>
              <a:t>Restaurant_Name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Category (Veg/Non-Veg)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 err="1"/>
              <a:t>Item_Name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Quantity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Price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 err="1"/>
              <a:t>Delivery_Time</a:t>
            </a:r>
            <a:r>
              <a:rPr lang="en-US" dirty="0"/>
              <a:t> (mins)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Rating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186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AA73-5470-702B-5A4F-704343C8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398" y="1025832"/>
            <a:ext cx="8534401" cy="1031568"/>
          </a:xfrm>
        </p:spPr>
        <p:txBody>
          <a:bodyPr>
            <a:normAutofit fontScale="90000"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b="1" i="0" dirty="0">
                <a:solidFill>
                  <a:srgbClr val="1F2328"/>
                </a:solidFill>
                <a:effectLst/>
                <a:latin typeface="Mona Sans VF"/>
              </a:rPr>
              <a:t> Data Cleaning (Power Query Editor - ETL        Process)</a:t>
            </a:r>
            <a:br>
              <a:rPr lang="en-US" b="1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0051B-4956-40EA-7CD1-2FCD96145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3296" y="1696065"/>
            <a:ext cx="8534400" cy="489646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 </a:t>
            </a:r>
            <a:r>
              <a:rPr lang="en-IN" sz="2100" b="1" dirty="0">
                <a:solidFill>
                  <a:schemeClr val="tx1"/>
                </a:solidFill>
              </a:rPr>
              <a:t>Extract</a:t>
            </a:r>
          </a:p>
          <a:p>
            <a:r>
              <a:rPr lang="en-IN" sz="2100" dirty="0">
                <a:solidFill>
                  <a:schemeClr val="tx1"/>
                </a:solidFill>
              </a:rPr>
              <a:t>Imported dataset into Power BI</a:t>
            </a:r>
          </a:p>
          <a:p>
            <a:r>
              <a:rPr lang="en-IN" sz="2100" b="1" dirty="0">
                <a:solidFill>
                  <a:schemeClr val="tx1"/>
                </a:solidFill>
              </a:rPr>
              <a:t>🔹 Transform</a:t>
            </a:r>
          </a:p>
          <a:p>
            <a:r>
              <a:rPr lang="en-IN" sz="2100" dirty="0">
                <a:solidFill>
                  <a:schemeClr val="tx1"/>
                </a:solidFill>
              </a:rPr>
              <a:t>Removed duplicates</a:t>
            </a:r>
          </a:p>
          <a:p>
            <a:r>
              <a:rPr lang="en-IN" sz="2100" dirty="0">
                <a:solidFill>
                  <a:schemeClr val="tx1"/>
                </a:solidFill>
              </a:rPr>
              <a:t>Handled missing values</a:t>
            </a:r>
          </a:p>
          <a:p>
            <a:r>
              <a:rPr lang="en-IN" sz="2100" dirty="0">
                <a:solidFill>
                  <a:schemeClr val="tx1"/>
                </a:solidFill>
              </a:rPr>
              <a:t>Changed data types</a:t>
            </a:r>
          </a:p>
          <a:p>
            <a:r>
              <a:rPr lang="en-IN" sz="2100" dirty="0">
                <a:solidFill>
                  <a:schemeClr val="tx1"/>
                </a:solidFill>
              </a:rPr>
              <a:t>Created calculated columns</a:t>
            </a:r>
          </a:p>
          <a:p>
            <a:r>
              <a:rPr lang="en-IN" sz="2100" dirty="0">
                <a:solidFill>
                  <a:schemeClr val="tx1"/>
                </a:solidFill>
              </a:rPr>
              <a:t>Filtered incorrect data</a:t>
            </a:r>
          </a:p>
          <a:p>
            <a:r>
              <a:rPr lang="en-IN" sz="2100" b="1" dirty="0">
                <a:solidFill>
                  <a:schemeClr val="tx1"/>
                </a:solidFill>
              </a:rPr>
              <a:t>🔹 Load</a:t>
            </a:r>
          </a:p>
          <a:p>
            <a:r>
              <a:rPr lang="en-IN" sz="2100" dirty="0">
                <a:solidFill>
                  <a:schemeClr val="tx1"/>
                </a:solidFill>
              </a:rPr>
              <a:t>Loaded cleaned dataset into Power BI model</a:t>
            </a:r>
          </a:p>
          <a:p>
            <a:br>
              <a:rPr lang="en-IN" sz="2100" dirty="0">
                <a:solidFill>
                  <a:schemeClr val="tx1"/>
                </a:solidFill>
              </a:rPr>
            </a:br>
            <a:endParaRPr lang="en-IN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097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91C6-4F10-7FBA-9CD1-449531CFD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3962"/>
            <a:ext cx="8534401" cy="1356852"/>
          </a:xfrm>
        </p:spPr>
        <p:txBody>
          <a:bodyPr/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  <a:t>Key Metrics (DAX Measures)</a:t>
            </a:r>
            <a:b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7D388-D02A-72F5-89F6-2A59BD9FA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1545303"/>
            <a:ext cx="8534400" cy="376739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Total Sales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Average Delivery Time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Average Rating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Total Orders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Top 5 Cities by Sales</a:t>
            </a:r>
          </a:p>
          <a:p>
            <a:br>
              <a:rPr lang="en-US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61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C21E-C758-E984-B30C-3B2FC52E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656607"/>
            <a:ext cx="8534401" cy="936219"/>
          </a:xfrm>
        </p:spPr>
        <p:txBody>
          <a:bodyPr>
            <a:normAutofit fontScale="90000"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  <a:t>Dashboard Features</a:t>
            </a:r>
            <a:b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E073E-7C61-B6ED-A186-D13E511FD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5026" y="1430595"/>
            <a:ext cx="8534400" cy="528699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Sales by City (Bar Chart)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Delivery Time Analysis (Line Chart)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Ratings Distribution (Pie Chart)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Top Cities &amp; Restaurants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KPI Cards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948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6F4C8-7AA1-40A7-3CC5-C7F07AE0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140" y="487516"/>
            <a:ext cx="8534401" cy="1326536"/>
          </a:xfrm>
        </p:spPr>
        <p:txBody>
          <a:bodyPr/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  <a:t>Dashboard Preview</a:t>
            </a:r>
            <a:b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A7B8C-4BE8-6640-2C89-06673A03C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23838" y="2064775"/>
            <a:ext cx="5544324" cy="318179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4EB25-F742-D8DA-51F0-E3E3AA9FD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838" y="2064774"/>
            <a:ext cx="5544324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9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6E80-2F3B-39EE-D109-D8A398C1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682" y="317910"/>
            <a:ext cx="8534401" cy="1091380"/>
          </a:xfrm>
        </p:spPr>
        <p:txBody>
          <a:bodyPr>
            <a:normAutofit fontScale="90000"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  <a:t>Tools &amp; Technologies Used</a:t>
            </a:r>
            <a:b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7DB4F-2903-3BBE-BB9D-C879540DC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3768" y="1409290"/>
            <a:ext cx="8392703" cy="44228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Microsoft Power BI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Power Query Editor (PQE)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DAX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130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7FE4-FD99-9673-076C-F319B557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876" y="340033"/>
            <a:ext cx="8534401" cy="1016819"/>
          </a:xfrm>
        </p:spPr>
        <p:txBody>
          <a:bodyPr>
            <a:normAutofit fontScale="90000"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  <a:t>Conclusion</a:t>
            </a:r>
            <a:br>
              <a:rPr lang="en-IN" b="1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B6C6B-678D-9EF8-60E5-93F36D787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1723" y="1221656"/>
            <a:ext cx="8534400" cy="35568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Improve delivery efficiency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Increase customer satisfaction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Make data-driven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04307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</TotalTime>
  <Words>292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Century Gothic</vt:lpstr>
      <vt:lpstr>Mona Sans VF</vt:lpstr>
      <vt:lpstr>Wingdings</vt:lpstr>
      <vt:lpstr>Wingdings 3</vt:lpstr>
      <vt:lpstr>Slice</vt:lpstr>
      <vt:lpstr> Swiggy Sales &amp; Delivery Performance Dashboard </vt:lpstr>
      <vt:lpstr>     This project focuses on analyzing Swiggy sales and delivery performance using a dataset of 5000 rows. The goal is to derive insights into sales trends, delivery efficiency, and customer satisfaction using Microsoft Power BI.  </vt:lpstr>
      <vt:lpstr>Problem Statement  </vt:lpstr>
      <vt:lpstr>Project Objectives </vt:lpstr>
      <vt:lpstr> Dataset Information </vt:lpstr>
      <vt:lpstr> Data Cleaning (Power Query Editor - ETL        Process) </vt:lpstr>
      <vt:lpstr>Key Metrics (DAX Measures) </vt:lpstr>
      <vt:lpstr>Dashboard Features </vt:lpstr>
      <vt:lpstr>Dashboard Preview </vt:lpstr>
      <vt:lpstr>Tools &amp; Technologies Used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Kalaiyarasan</dc:creator>
  <cp:lastModifiedBy>Priyanka Kalaiyarasan</cp:lastModifiedBy>
  <cp:revision>1</cp:revision>
  <dcterms:created xsi:type="dcterms:W3CDTF">2026-04-30T17:59:31Z</dcterms:created>
  <dcterms:modified xsi:type="dcterms:W3CDTF">2026-04-30T18:16:31Z</dcterms:modified>
</cp:coreProperties>
</file>